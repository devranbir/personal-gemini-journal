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60A5FA"/>
                </a:solidFill>
              </a:defRPr>
            </a:pPr>
            <a:r>
              <a:t>Google Cloud Gen AI Academy APAC 2026 — Ideathon Challenge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Harmony — Personal Journal Auditing Web App</a:t>
            </a:r>
          </a:p>
          <a:p>
            <a:pPr>
              <a:spcAft>
                <a:spcPts val="3000"/>
              </a:spcAft>
              <a:defRPr sz="1800">
                <a:solidFill>
                  <a:srgbClr val="CBD5E1"/>
                </a:solidFill>
              </a:defRPr>
            </a:pPr>
            <a:r>
              <a:t>Production-Ready, Authenticated &amp; UID-Isolated AI Reflection &amp; Auditing Platform on Google Cloud Run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Live Prototype: https://personal-gemini-journal-344135619629.asia-south1.run.app</a:t>
            </a:r>
            <a:br/>
            <a:r>
              <a:t>GitHub Repository: https://github.com/DevRanbir/personal-gemini-journal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📋 Executive Summary &amp; Codelab Compliance Checklist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156655"/>
                <a:gridCol w="1371600"/>
              </a:tblGrid>
              <a:tr h="5283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Codelab Requirement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Implementation Detail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1. AI Studio Custom Instructions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Enforced security system prompt covering threat modeling, UID isolation &amp; sanitization.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2. Firebase 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Federated Google Sign-In &amp; Email/Password auth integrated via Firebase Client SDK.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3. Multi-turn AI Interaction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Conversational reflection engine using Gemini API with conversation history context.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4. User-Isolated Firestore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All records stored under /users/{userId}/* enforced by strict request.auth.uid == userId rules.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5. Secret Manager Integration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GEMINI_API_KEY fetched dynamically at runtime from GCP Secret Manager (zero hardcoded keys).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6. Cloud Run Hosting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Deployed with dedicated service account personal-gemini-journal-sa@ai-barista-track-1...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7. Mandatory Verification Label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Deployed with label --update-labels dev-tutorial=cloud-run-ai-challenge.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8. Original Feature Enhancements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Harmony Journal Insights analytics dashboard &amp; AI-extracted Action Items checklist.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🏗️ Architecture &amp; Security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100">
                <a:solidFill>
                  <a:srgbClr val="0F172A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                Client Browser                                      │</a:t>
            </a:r>
            <a:br/>
            <a:r>
              <a:t>│  ┌───────────────────────────────────────────────────────────────────────────────────┐  │</a:t>
            </a:r>
            <a:br/>
            <a:r>
              <a:t>│  │   Harmony UI (Next.js 16, Tailwind, Framer Motion, Recharts)                      │  │</a:t>
            </a:r>
            <a:br/>
            <a:r>
              <a:t>│  └─────────────────────────────────────────┬─────────────────────────────────────────┘  │</a:t>
            </a:r>
            <a:br/>
            <a:r>
              <a:t>└────────────────────────────────────────────┼────────────────────────────────────────────┘</a:t>
            </a:r>
            <a:br/>
            <a:r>
              <a:t>                                             │ HTTPS</a:t>
            </a:r>
            <a:br/>
            <a:r>
              <a:t>┌────────────────────────────────────────────▼────────────────────────────────────────────┐</a:t>
            </a:r>
            <a:br/>
            <a:r>
              <a:t>│                                Google Cloud Run Service                                 │</a:t>
            </a:r>
            <a:br/>
            <a:r>
              <a:t>│                   (Label: dev-tutorial=cloud-run-ai-challenge)                          │</a:t>
            </a:r>
            <a:br/>
            <a:r>
              <a:t>│  ┌─────────────────────────────────┐               ┌─────────────────────────────────┐  │</a:t>
            </a:r>
            <a:br/>
            <a:r>
              <a:t>│  │ Firebase Client/Admin           │               │  Gemini API SDK Integration     │  │</a:t>
            </a:r>
            <a:br/>
            <a:r>
              <a:t>│  └────────────────┬────────────────┘               └────────────────┬────────────────┘  │</a:t>
            </a:r>
            <a:br/>
            <a:r>
              <a:t>└───────────────────┼─────────────────────────────────────────────────┼───────────────────┘</a:t>
            </a:r>
            <a:br/>
            <a:r>
              <a:t>                    │                                                 │</a:t>
            </a:r>
            <a:br/>
            <a:r>
              <a:t>┌───────────────────▼────────────────┐               ┌────────────────▼──────────────────┐</a:t>
            </a:r>
            <a:br/>
            <a:r>
              <a:t>│      Firebase Auth Service         │               │     Google AI Studio /            │</a:t>
            </a:r>
            <a:br/>
            <a:r>
              <a:t>│      (Google &amp; Email Auth)         │               │     Gemini API                    │</a:t>
            </a:r>
            <a:br/>
            <a:r>
              <a:t>└───────────────────┬────────────────┘               └───────────────────────────────────┘</a:t>
            </a:r>
            <a:br/>
            <a:r>
              <a:t>                    │ UID Context</a:t>
            </a:r>
            <a:br/>
            <a:r>
              <a:t>┌───────────────────▼────────────────┐               ┌───────────────────────────────────┐</a:t>
            </a:r>
            <a:br/>
            <a:r>
              <a:t>│        Cloud Firestore             │               │       Cloud Secret Manager        │</a:t>
            </a:r>
            <a:br/>
            <a:r>
              <a:t>│  /users/{uid}/journals/{id}        │               │       (GEMINI_API_KEY)            │</a:t>
            </a:r>
            <a:br/>
            <a:r>
              <a:t>│  Strict Firestore Security Rules   │               │       roles/secretmanager.        │</a:t>
            </a:r>
            <a:br/>
            <a:r>
              <a:t>│                                    │               │       secretAccessor              │</a:t>
            </a:r>
            <a:br/>
            <a:r>
              <a:t>└────────────────────────────────────┘               └───────────────────────────────────┘</a:t>
            </a:r>
            <a:br/>
            <a:r>
              <a:t>  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🔒 Security Verification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114800"/>
                <a:gridCol w="2956255"/>
                <a:gridCol w="109728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Test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Expected Result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Unauthenticated Route Block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Access /journal or /insights without Firebase Sign-In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Redirected to /login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Cross-User Firestore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User A queries /users/UserB_UID/interactions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Permission Denied by Security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Cross-User Firestore Write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User A writes to /users/UserB_UID/action_items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Permission Denied by Security Rules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Secret Key Protection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Inspect browser network tabs and client JS bundles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GEMINI_API_KEY is 100% absent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Challenge Verification Tag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Inspect Cloud Run service metadata labels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dev-tutorial=cloud-run-ai-challenge present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</a:defRPr>
                      </a:pPr>
                      <a:r>
                        <a:t>✅ Passed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🌟 Core Features &amp; Digital Auditing Workspace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</a:defRPr>
            </a:pPr>
            <a:r>
              <a:t>🤖 Smart Journal Auditing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Context-aware reflection analysis with auto-extracted daily highlights, checkable tasks, and key milestones.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463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</a:defRPr>
            </a:pPr>
            <a:r>
              <a:t>📈 Interactive Chart Audits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Gemini creates visual progress line charts, score trends, and data metrics on demand via Recharts.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</a:defRPr>
            </a:pPr>
            <a:r>
              <a:t>🔒 100% Owner Data Isolation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Owner-isolated Firestore document storage (/users/{userId}/*) with strict security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310896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</a:defRPr>
            </a:pPr>
            <a:r>
              <a:t>⚡ Firestore Journal Sync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Real-time sync across user chat sessions, reflection data logs, and upcoming calendar events.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</a:defRPr>
            </a:pPr>
            <a:r>
              <a:t>🛡️ Firebase Security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Federated Google Sign-In &amp; Email/Password authentication with zero hardcoded API keys.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</a:defRPr>
            </a:pPr>
            <a:r>
              <a:t>✨ Automated Action Items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Parses conversation turns to identify implicit and explicit to-do items, populating checkable lists.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