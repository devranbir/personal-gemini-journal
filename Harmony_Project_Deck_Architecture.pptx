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0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1887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4F46E5"/>
                </a:solidFill>
              </a:defRPr>
            </a:pPr>
            <a:r>
              <a:t>GOOGLE CLOUD GEN AI ACADEMY APAC 2026 — IDEATHON CHALLENGE (#AllThingsAgentic)</a:t>
            </a:r>
          </a:p>
          <a:p>
            <a:pPr>
              <a:spcAft>
                <a:spcPts val="1200"/>
              </a:spcAft>
              <a:defRPr sz="3600" b="1">
                <a:solidFill>
                  <a:srgbClr val="0F172A"/>
                </a:solidFill>
              </a:defRPr>
            </a:pPr>
            <a:r>
              <a:t>Harmony — Personal Journal Auditing Web App</a:t>
            </a:r>
          </a:p>
          <a:p>
            <a:pPr>
              <a:spcAft>
                <a:spcPts val="2800"/>
              </a:spcAft>
              <a:defRPr sz="1800">
                <a:solidFill>
                  <a:srgbClr val="0284C7"/>
                </a:solidFill>
              </a:defRPr>
            </a:pPr>
            <a:r>
              <a:t>Reflect &amp; Audit with Harmony: An AI-Powered Personal Journal Auditing &amp; Reflection Platform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• Live Prototype: https://personal-gemini-journal-344135619629.asia-south1.run.app</a:t>
            </a:r>
            <a:br/>
            <a:r>
              <a:t>• GitHub Repository: https://github.com/DevRanbir/personal-gemini-journal</a:t>
            </a:r>
            <a:br/>
            <a:r>
              <a:t>• Key Stack: Next.js 16 (App Router), Google Gemini API, Firebase Auth, Cloud Firestore, GCP Secret Manager, Cloud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Executive Summary &amp;</a:t>
            </a:r>
            <a:r>
              <a:rPr lang="en-IN" dirty="0"/>
              <a:t> </a:t>
            </a:r>
            <a:r>
              <a:rPr dirty="0"/>
              <a:t>Compliance Checklist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286326"/>
              </p:ext>
            </p:extLst>
          </p:nvPr>
        </p:nvGraphicFramePr>
        <p:xfrm>
          <a:off x="731521" y="1234440"/>
          <a:ext cx="883261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2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Codelab Requirement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1. AI Studio Custom Instructions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Enforced security system prompt covering threat modeling, UID isolation &amp; sanitization.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lang="en-IN" dirty="0"/>
                        <a:t> </a:t>
                      </a:r>
                      <a:r>
                        <a:rPr dirty="0"/>
                        <a:t>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 Firebase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Federated Google Sign-In &amp; Email/Password auth integrated via Firebase Client SDK.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lang="en-IN" dirty="0"/>
                        <a:t> </a:t>
                      </a:r>
                      <a:r>
                        <a:rPr dirty="0"/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3. Multi-turn AI Interaction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Conversational reflection engine using Gemini API with conversation history context.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4. User-Isolated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All records stored under /users/{userId}/* enforced by strict request.auth.uid == userId rules.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5. Secret Manager Integration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GEMINI_API_KEY fetched dynamically at runtime from GCP Secret Manager (zero hardcoded keys).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6. Production Cloud Run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dedicated service account personal-gemini-journal-sa@ai-barista-track-1...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7. Mandatory Verification Label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label --update-labels dev-tutorial=cloud-run-ai-challenge.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8. Original Feature Enhancements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Harmony Journal Insights analytics dashboard &amp; AI-extracted Action Items checklist.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🏗️ Architecture Topology &amp; Component Model</a:t>
            </a:r>
          </a:p>
        </p:txBody>
      </p:sp>
      <p:pic>
        <p:nvPicPr>
          <p:cNvPr id="3" name="Picture 2" descr="harmony_architecture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1" y="1234440"/>
            <a:ext cx="8807896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Security Verification Matrix &amp; Zero-Trust Bounds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5680641"/>
              </p:ext>
            </p:extLst>
          </p:nvPr>
        </p:nvGraphicFramePr>
        <p:xfrm>
          <a:off x="731520" y="1280160"/>
          <a:ext cx="94833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1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9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Unauthenticated Route 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Access /journal or /insights without Firebase Sign-In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Redirected to /login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lang="en-IN" dirty="0"/>
                        <a:t> </a:t>
                      </a:r>
                      <a:r>
                        <a:rPr dirty="0"/>
                        <a:t>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 A queries /users/UserB_UID/interactions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Write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 A writes to /users/UserB_UID/action_items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Secret Key Protection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Inspect browser network tabs and client JS bundles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GEMINI_API_KEY is 100% absent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Challenge Verification Tag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Inspect Cloud Run service metadata labels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dev-tutorial=cloud-run-ai-challenge present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59669"/>
                          </a:solidFill>
                        </a:defRPr>
                      </a:pPr>
                      <a:r>
                        <a:rPr dirty="0"/>
                        <a:t>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Intelligent Reflection Chat &amp; Conversational Auditing Engine</a:t>
            </a:r>
          </a:p>
        </p:txBody>
      </p:sp>
      <p:pic>
        <p:nvPicPr>
          <p:cNvPr id="3" name="Picture 2" descr="Screenshot 2026-08-30 155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8791421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Visual Progress Analytics &amp; Mood Chart Audits</a:t>
            </a:r>
          </a:p>
        </p:txBody>
      </p:sp>
      <p:pic>
        <p:nvPicPr>
          <p:cNvPr id="3" name="Picture 2" descr="Screenshot 2026-08-30 1555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8865561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Automated Action Items &amp; Unified To-Do Sync</a:t>
            </a:r>
          </a:p>
        </p:txBody>
      </p:sp>
      <p:pic>
        <p:nvPicPr>
          <p:cNvPr id="3" name="Picture 2" descr="Screenshot 2026-08-30 1555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878318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rPr dirty="0"/>
              <a:t>HARMONY — PERSONAL JOURNAL AUDITING WEB APP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Daily Reflection Logs &amp; Interactive </a:t>
            </a:r>
            <a:r>
              <a:rPr lang="en-IN" dirty="0"/>
              <a:t>Signup Pages</a:t>
            </a:r>
            <a:endParaRPr dirty="0"/>
          </a:p>
        </p:txBody>
      </p:sp>
      <p:pic>
        <p:nvPicPr>
          <p:cNvPr id="3" name="Picture 2" descr="Screenshot 2026-08-30 1556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8766707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457</Words>
  <Application>Microsoft Office PowerPoint</Application>
  <PresentationFormat>Widescreen</PresentationFormat>
  <Paragraphs>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Ranbir Khurana</cp:lastModifiedBy>
  <cp:revision>6</cp:revision>
  <dcterms:created xsi:type="dcterms:W3CDTF">2013-01-27T09:14:16Z</dcterms:created>
  <dcterms:modified xsi:type="dcterms:W3CDTF">2026-08-30T16:46:27Z</dcterms:modified>
  <cp:category/>
</cp:coreProperties>
</file>