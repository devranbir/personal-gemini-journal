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60A5FA"/>
                </a:solidFill>
              </a:defRPr>
            </a:pPr>
            <a:r>
              <a:t>Google Cloud Gen AI Academy APAC 2026 — Ideathon Challenge (#AllThingsAgentic)</a:t>
            </a:r>
          </a:p>
          <a:p>
            <a:pPr>
              <a:spcAft>
                <a:spcPts val="1200"/>
              </a:spcAft>
              <a:defRPr sz="3400" b="1">
                <a:solidFill>
                  <a:srgbClr val="FFFFFF"/>
                </a:solidFill>
              </a:defRPr>
            </a:pPr>
            <a:r>
              <a:t>Harmony — Personal Journal Auditing Web App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</a:defRPr>
            </a:pPr>
            <a:r>
              <a:t>Reflect &amp; Audit with Harmony: An AI-Powered Personal Journal Auditing &amp; Reflection Platform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Live Prototype: https://personal-gemini-journal-344135619629.asia-south1.run.app</a:t>
            </a:r>
            <a:br/>
            <a:r>
              <a:t>• GitHub Repository: https://github.com/DevRanbir/personal-gemini-journal</a:t>
            </a:r>
            <a:br/>
            <a:r>
              <a:t>• Tech Stack: Next.js 16, Google Gemini API, Firebase Auth, Cloud Firestore, GCP Secret Manager, Cloud 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📋 Executive Summary &amp; Codelab Compliance Checklist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248095"/>
                <a:gridCol w="13716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Codelab Requirement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Implementation Detail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1. AI Studio Custom Instructions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Enforced security system prompt covering threat modeling, UID isolation &amp; sanitization.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2. Firebase 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Federated Google Sign-In &amp; Email/Password auth integrated via Firebase Client SDK.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3. Multi-turn AI Interaction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Conversational reflection engine using Gemini API with conversation history context.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4. User-Isolated Firestore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All records stored under /users/{userId}/* enforced by strict request.auth.uid == userId rules.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5. Secret Manager Integration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GEMINI_API_KEY fetched dynamically at runtime from GCP Secret Manager (zero hardcoded keys).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6. Production Cloud Run 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Deployed with dedicated service account personal-gemini-journal-sa@ai-barista-track-1...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7. Mandatory Verification Label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Deployed with label --update-labels dev-tutorial=cloud-run-ai-challenge.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8. Original Feature Enhancements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Harmony Journal Insights analytics dashboard &amp; AI-extracted Action Items checklist.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🏗️ Architecture Topology &amp; Security Model</a:t>
            </a:r>
          </a:p>
        </p:txBody>
      </p:sp>
      <p:pic>
        <p:nvPicPr>
          <p:cNvPr id="3" name="Picture 2" descr="harmony_architecture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5836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28016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2563EB"/>
                </a:solidFill>
              </a:defRPr>
            </a:pPr>
            <a:r>
              <a:t>🌐 Client Browser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Next.js 16, React 19, Tailwind CSS, Framer Motion &amp; Recharts data visualization.</a:t>
            </a:r>
          </a:p>
          <a:p>
            <a:pPr>
              <a:spcAft>
                <a:spcPts val="200"/>
              </a:spcAft>
              <a:defRPr sz="1300" b="1">
                <a:solidFill>
                  <a:srgbClr val="2563EB"/>
                </a:solidFill>
              </a:defRPr>
            </a:pPr>
            <a:r>
              <a:t>🚀 Cloud Run Hosting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Containerized service running on asia-south1 with service identity personal-gemini-journal-sa.</a:t>
            </a:r>
          </a:p>
          <a:p>
            <a:pPr>
              <a:spcAft>
                <a:spcPts val="200"/>
              </a:spcAft>
              <a:defRPr sz="1300" b="1">
                <a:solidFill>
                  <a:srgbClr val="2563EB"/>
                </a:solidFill>
              </a:defRPr>
            </a:pPr>
            <a:r>
              <a:t>🔐 Firebase Authentication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Federated Google Sign-In &amp; Email/Password session management binding user state to Firebase UID.</a:t>
            </a:r>
          </a:p>
          <a:p>
            <a:pPr>
              <a:spcAft>
                <a:spcPts val="200"/>
              </a:spcAft>
              <a:defRPr sz="1300" b="1">
                <a:solidFill>
                  <a:srgbClr val="2563EB"/>
                </a:solidFill>
              </a:defRPr>
            </a:pPr>
            <a:r>
              <a:t>🛡️ Isolated Cloud Firestore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Strict database security rules enforcing request.auth.uid == userId to eliminate cross-tenant leakage.</a:t>
            </a:r>
          </a:p>
          <a:p>
            <a:pPr>
              <a:spcAft>
                <a:spcPts val="200"/>
              </a:spcAft>
              <a:defRPr sz="1300" b="1">
                <a:solidFill>
                  <a:srgbClr val="2563EB"/>
                </a:solidFill>
              </a:defRPr>
            </a:pPr>
            <a:r>
              <a:t>🔑 Secret Manager API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</a:defRPr>
            </a:pPr>
            <a:r>
              <a:t>GEMINI_API_KEY fetched at runtime via SecretAccessor IAM role with zero hardcoded keys.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🔒 Security Verification Matrix &amp; Zero-Trust Bounds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2956255"/>
                <a:gridCol w="1097280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Test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Expected Result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Unauthenticated Route Block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Access /journal or /insights without Firebase Sign-In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Redirected to /login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Cross-User Firestore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 A queries /users/UserB_UID/interactions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Permission Denied by Security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Cross-User Firestore Write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 A writes to /users/UserB_UID/action_items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Permission Denied by Security Rules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Secret Key Protection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Inspect browser network tabs and client JS bundles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GEMINI_API_KEY is 100% absent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Challenge Verification Tag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Inspect Cloud Run service metadata labels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dev-tutorial=cloud-run-ai-challenge present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💬 Intelligent Journal Auditing &amp; Reflection Engine</a:t>
            </a:r>
          </a:p>
        </p:txBody>
      </p:sp>
      <p:pic>
        <p:nvPicPr>
          <p:cNvPr id="3" name="Picture 2" descr="Screenshot 2026-08-30 155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3291840"/>
          </a:xfrm>
          <a:prstGeom prst="rect">
            <a:avLst/>
          </a:prstGeom>
        </p:spPr>
      </p:pic>
      <p:pic>
        <p:nvPicPr>
          <p:cNvPr id="4" name="Picture 3" descr="Screenshot 2026-08-30 1554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7548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Key Capabilities: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Multi-Turn Reflection Conversations: Powered by Google Gemini API with system-prompt security constitution.</a:t>
            </a:r>
            <a:br/>
            <a:r>
              <a:t>• Smart Highlights &amp; Memory: Automatically extracts daily reflection logs, birthdays, and key checkable events into Firestore.</a:t>
            </a:r>
            <a:br/>
            <a:r>
              <a:t>• Context-Aware Auditing: Past journal history is audited and referenced seamlessly during multi-turn conversations.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📈 Visual Progress Analytics &amp; Mood Chart Audits</a:t>
            </a:r>
          </a:p>
        </p:txBody>
      </p:sp>
      <p:pic>
        <p:nvPicPr>
          <p:cNvPr id="3" name="Picture 2" descr="Screenshot 2026-08-30 1555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3291840"/>
          </a:xfrm>
          <a:prstGeom prst="rect">
            <a:avLst/>
          </a:prstGeom>
        </p:spPr>
      </p:pic>
      <p:pic>
        <p:nvPicPr>
          <p:cNvPr id="4" name="Picture 3" descr="Screenshot 2026-08-30 155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7548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Key Analytics Capabilities: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Interactive Progress Charts: Dynamic Recharts line, bar, pie, and scatter analytics rendering mood trends &amp; test score trackers.</a:t>
            </a:r>
            <a:br/>
            <a:r>
              <a:t>• Time-Decayed Sentiment Scoring: Gemini computes emotional sentiment index over decaying time horizons.</a:t>
            </a:r>
            <a:br/>
            <a:r>
              <a:t>• Topic Frequency Breakdown: Categorizes daily thoughts into recurring themes (Career, Productivity, Health, Growth).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✅ Automated Action Items &amp; Unified Workspace Sync</a:t>
            </a:r>
          </a:p>
        </p:txBody>
      </p:sp>
      <p:pic>
        <p:nvPicPr>
          <p:cNvPr id="3" name="Picture 2" descr="Screenshot 2026-08-30 1555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3383280" cy="3200400"/>
          </a:xfrm>
          <a:prstGeom prst="rect">
            <a:avLst/>
          </a:prstGeom>
        </p:spPr>
      </p:pic>
      <p:pic>
        <p:nvPicPr>
          <p:cNvPr id="4" name="Picture 3" descr="Screenshot 2026-08-30 1555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280160"/>
            <a:ext cx="3383280" cy="3200400"/>
          </a:xfrm>
          <a:prstGeom prst="rect">
            <a:avLst/>
          </a:prstGeom>
        </p:spPr>
      </p:pic>
      <p:pic>
        <p:nvPicPr>
          <p:cNvPr id="5" name="Picture 4" descr="Screenshot 2026-08-30 1556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280160"/>
            <a:ext cx="338328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7548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Workspace Modules: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Automated Action Items: Gemini extracts implicit/explicit to-dos from conversations directly into checkable checklists.</a:t>
            </a:r>
            <a:br/>
            <a:r>
              <a:t>• Calendar &amp; Event Sync: Synchronizes daily reflection logs and upcoming milestones with an interactive calendar view.</a:t>
            </a:r>
            <a:br/>
            <a:r>
              <a:t>• Knowledge Workflows: Search history, compare past entries, export highlights, and copy clean summaries.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FFFFFF"/>
                </a:solidFill>
              </a:defRPr>
            </a:pPr>
            <a:r>
              <a:t>🚀 Production Deployment, Impact Metrics &amp; Roadmap</a:t>
            </a:r>
          </a:p>
          <a:p>
            <a:pPr>
              <a:spcAft>
                <a:spcPts val="400"/>
              </a:spcAft>
              <a:defRPr sz="1400" b="1">
                <a:solidFill>
                  <a:srgbClr val="60A5FA"/>
                </a:solidFill>
              </a:defRPr>
            </a:pPr>
            <a:r>
              <a:t>📊 Impact &amp; Scale Metrics:</a:t>
            </a:r>
          </a:p>
          <a:p>
            <a:pPr>
              <a:spcAft>
                <a:spcPts val="1600"/>
              </a:spcAft>
              <a:defRPr sz="1200">
                <a:solidFill>
                  <a:srgbClr val="CBD5E1"/>
                </a:solidFill>
              </a:defRPr>
            </a:pPr>
            <a:r>
              <a:t>• ∞ Personal Memories: Structured daily reflections auto-summarized and safely preserved.</a:t>
            </a:r>
            <a:br/>
            <a:r>
              <a:t>• 100% UID Privacy: Strict owner-bound Firestore security rules with zero hardcoded keys.</a:t>
            </a:r>
            <a:br/>
            <a:r>
              <a:t>• 24/7 AI Reflection Companion: Always ready to listen, audit goals, and draw progress charts.</a:t>
            </a:r>
          </a:p>
          <a:p>
            <a:pPr>
              <a:spcAft>
                <a:spcPts val="400"/>
              </a:spcAft>
              <a:defRPr sz="1400" b="1">
                <a:solidFill>
                  <a:srgbClr val="60A5FA"/>
                </a:solidFill>
              </a:defRPr>
            </a:pPr>
            <a:r>
              <a:t>🛠️ Production Cloud Run Deployment Reference:</a:t>
            </a:r>
          </a:p>
          <a:p>
            <a:pPr>
              <a:spcAft>
                <a:spcPts val="1600"/>
              </a:spcAft>
              <a:defRPr sz="1000">
                <a:solidFill>
                  <a:srgbClr val="94A3B8"/>
                </a:solidFill>
                <a:latin typeface="Courier New"/>
              </a:defRPr>
            </a:pPr>
            <a:r>
              <a:t>gcloud run deploy personal-gemini-journal \</a:t>
            </a:r>
            <a:br/>
            <a:r>
              <a:t>  --source . --region asia-south1 --platform managed \</a:t>
            </a:r>
            <a:br/>
            <a:r>
              <a:t>  --service-account personal-gemini-journal-sa@ai-barista-track-1.iam.gserviceaccount.com \</a:t>
            </a:r>
            <a:br/>
            <a:r>
              <a:t>  --set-secrets GEMINI_API_KEY=GEMINI_API_KEY:latest \</a:t>
            </a:r>
            <a:br/>
            <a:r>
              <a:t>  --update-labels dev-tutorial=cloud-run-ai-challenge</a:t>
            </a:r>
          </a:p>
          <a:p>
            <a:pPr>
              <a:spcAft>
                <a:spcPts val="400"/>
              </a:spcAft>
              <a:defRPr sz="1400" b="1">
                <a:solidFill>
                  <a:srgbClr val="60A5FA"/>
                </a:solidFill>
              </a:defRPr>
            </a:pPr>
            <a:r>
              <a:t>🔮 Future Engineering Roadmap: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Vertex AI Vector Search: Natural language semantic querying across historical entries.</a:t>
            </a:r>
            <a:br/>
            <a:r>
              <a:t>• Real-Time Voice Reflection Mode: Speech-to-text input for hands-free journaling.</a:t>
            </a:r>
            <a:br/>
            <a:r>
              <a:t>• Mobile App &amp; Offline Cache Sync: Progressive Web App (PWA) with offline Firestore cache.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