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4F46E5"/>
                </a:solidFill>
              </a:defRPr>
            </a:pPr>
            <a:r>
              <a:t>GOOGLE CLOUD GEN AI ACADEMY APAC 2026 — IDEATHON CHALLENGE (#AllThingsAgentic)</a:t>
            </a:r>
          </a:p>
          <a:p>
            <a:pPr>
              <a:spcAft>
                <a:spcPts val="1200"/>
              </a:spcAft>
              <a:defRPr sz="3600" b="1">
                <a:solidFill>
                  <a:srgbClr val="0F172A"/>
                </a:solidFill>
              </a:defRPr>
            </a:pPr>
            <a:r>
              <a:t>Harmony — Personal Journal Auditing Web App</a:t>
            </a:r>
          </a:p>
          <a:p>
            <a:pPr>
              <a:spcAft>
                <a:spcPts val="2800"/>
              </a:spcAft>
              <a:defRPr sz="1800">
                <a:solidFill>
                  <a:srgbClr val="0284C7"/>
                </a:solidFill>
              </a:defRPr>
            </a:pPr>
            <a:r>
              <a:t>Reflect &amp; Audit with Harmony: An AI-Powered Personal Journal Auditing &amp; Reflection Platform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• Live Prototype: https://personal-gemini-journal-344135619629.asia-south1.run.app</a:t>
            </a:r>
            <a:br/>
            <a:r>
              <a:t>• GitHub Repository: https://github.com/DevRanbir/personal-gemini-journal</a:t>
            </a:r>
            <a:br/>
            <a:r>
              <a:t>• Key Stack: Next.js 16 (App Router), Google Gemini API, Firebase Auth, Cloud Firestore, GCP Secret Manager, Cloud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HARMONY — PERSONAL JOURNAL AUDITING WEB APP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📋 Executive Summary &amp; Codelab Compliance Checklist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34440"/>
          <a:ext cx="1072865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6248095"/>
                <a:gridCol w="1371600"/>
              </a:tblGrid>
              <a:tr h="568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Codelab Requirement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Implementation Detail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1. AI Studio Custom Instructions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Enforced security system prompt covering threat modeling, UID isolation &amp; sanitization.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2. Firebase 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Federated Google Sign-In &amp; Email/Password auth integrated via Firebase Client SDK.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3. Multi-turn AI Interaction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Conversational reflection engine using Gemini API with conversation history context.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4. User-Isolated Firestore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All records stored under /users/{userId}/* enforced by strict request.auth.uid == userId rules.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5. Secret Manager Integration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GEMINI_API_KEY fetched dynamically at runtime from GCP Secret Manager (zero hardcoded keys).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6. Production Cloud Run Hosting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Deployed with dedicated service account personal-gemini-journal-sa@ai-barista-track-1...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7. Mandatory Verification Label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Deployed with label --update-labels dev-tutorial=cloud-run-ai-challenge.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8. Original Feature Enhancements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Harmony Journal Insights analytics dashboard &amp; AI-extracted Action Items checklist.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HARMONY — PERSONAL JOURNAL AUDITING WEB APP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🏗️ Architecture Topology &amp; Component Model</a:t>
            </a:r>
          </a:p>
        </p:txBody>
      </p:sp>
      <p:pic>
        <p:nvPicPr>
          <p:cNvPr id="3" name="Picture 2" descr="harmony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HARMONY — PERSONAL JOURNAL AUDITING WEB APP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🔒 Security Verification Matrix &amp; Zero-Trust Bounds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2956255"/>
                <a:gridCol w="109728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Unauthenticated Route Block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Access /journal or /insights without Firebase Sign-In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Redirected to /login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✅ 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Cross-User Firestore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 A queries /users/UserB_UID/interactions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Permission Denied by Security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✅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Cross-User Firestore Write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 A writes to /users/UserB_UID/action_items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Permission Denied by Security Rules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✅ 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Secret Key Protection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Inspect browser network tabs and client JS bundles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GEMINI_API_KEY is 100% absent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✅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Challenge Verification Tag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Inspect Cloud Run service metadata labels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dev-tutorial=cloud-run-ai-challenge present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✅ 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HARMONY — PERSONAL JOURNAL AUDITING WEB APP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💬 Intelligent Reflection Chat &amp; Conversational Auditing Engine</a:t>
            </a:r>
          </a:p>
        </p:txBody>
      </p:sp>
      <p:pic>
        <p:nvPicPr>
          <p:cNvPr id="3" name="Picture 2" descr="Screenshot 2026-08-30 1554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HARMONY — PERSONAL JOURNAL AUDITING WEB APP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📈 Visual Progress Analytics &amp; Mood Chart Audits</a:t>
            </a:r>
          </a:p>
        </p:txBody>
      </p:sp>
      <p:pic>
        <p:nvPicPr>
          <p:cNvPr id="3" name="Picture 2" descr="Screenshot 2026-08-30 1555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HARMONY — PERSONAL JOURNAL AUDITING WEB APP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✅ Automated Action Items &amp; Unified To-Do Sync</a:t>
            </a:r>
          </a:p>
        </p:txBody>
      </p:sp>
      <p:pic>
        <p:nvPicPr>
          <p:cNvPr id="3" name="Picture 2" descr="Screenshot 2026-08-30 1555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HARMONY — PERSONAL JOURNAL AUDITING WEB APP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📅 Daily Reflection Logs &amp; Interactive Calendar Auditing Workspace</a:t>
            </a:r>
          </a:p>
        </p:txBody>
      </p:sp>
      <p:pic>
        <p:nvPicPr>
          <p:cNvPr id="3" name="Picture 2" descr="Screenshot 2026-08-30 1556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