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</a:defRPr>
            </a:pPr>
            <a:r>
              <a:t>Google Cloud Gen AI Academy APAC 2026 — Ideathon Challenge (#AllThingsAgentic)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Harmony — Personal Journal Auditing Web App</a:t>
            </a:r>
          </a:p>
          <a:p>
            <a:pPr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r>
              <a:t>Reflect &amp; Audit with Harmony: An AI-Powered Personal Journal Auditing &amp; Reflection Platform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Live Prototype: https://personal-gemini-journal-344135619629.asia-south1.run.app</a:t>
            </a:r>
            <a:br/>
            <a:r>
              <a:t>• GitHub Repository: https://github.com/DevRanbir/personal-gemini-journal</a:t>
            </a:r>
            <a:br/>
            <a:r>
              <a:t>• Tech Stack: Next.js 16, Google Gemini API, Firebase Auth, Cloud Firestore, GCP Secret Manager, Cloud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📋 Executive Summary &amp; Codelab Compliance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6248095"/>
                <a:gridCol w="1371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Codelab Requirement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Implementation Detail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1. AI Studio Custom Instructions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Enforced security system prompt covering threat modeling, UID isolation &amp; sanitization.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2. Firebase Authentication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Federated Google Sign-In &amp; Email/Password auth integrated via Firebase Client SDK.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3. Multi-turn AI Interaction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Conversational reflection engine using Gemini API with conversation history context.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4. User-Isolated Firestore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All records stored under /users/{userId}/* enforced by strict request.auth.uid == userId rules.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5. Secret Manager Integration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GEMINI_API_KEY fetched dynamically at runtime from GCP Secret Manager (zero hardcoded keys).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6. Production Cloud Run Hosting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Deployed with dedicated service account personal-gemini-journal-sa@ai-barista-track-1...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7. Mandatory Verification Label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Deployed with label --update-labels dev-tutorial=cloud-run-ai-challenge.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8. Original Feature Enhancements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Harmony Journal Insights analytics dashboard &amp; AI-extracted Action Items checklist.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🏗️ System Architecture &amp; Security Topology</a:t>
            </a:r>
          </a:p>
        </p:txBody>
      </p:sp>
      <p:pic>
        <p:nvPicPr>
          <p:cNvPr id="3" name="Picture 2" descr="harmony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🌐 Client Browser Layer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Next.js 16, React 19, Tailwind CSS, Framer Motion &amp; Recharts visual analytics.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🚀 Cloud Run Hosting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Containerized service running on asia-south1 with dedicated identity personal-gemini-journal-sa.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🔐 Firebase Authentication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Federated Google Sign-In &amp; Email session binding user state to Firebase UID.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🛡️ Isolated Cloud Firestore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Strict security rules enforcing request.auth.uid == userId to eliminate cross-tenant leakage.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🔑 Secret Manager API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GEMINI_API_KEY fetched at runtime via SecretAccessor IAM role with zero hardcoded keys.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🔒 Security Verification Matrix &amp; Zero-Trust Bounds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2956255"/>
                <a:gridCol w="109728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Unauthenticated Route Block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Access /journal or /insights without Firebase Sign-In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Redirected to /login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Cross-User Firestore Read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User A queries /users/UserB_UID/interactions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Permission Denied by Security Rules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Cross-User Firestore Write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User A writes to /users/UserB_UID/action_items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Permission Denied by Security Rules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Secret Key Protection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Inspect browser network tabs and client JS bundles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GEMINI_API_KEY is 100% absent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Challenge Verification Tag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Inspect Cloud Run service metadata labels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dev-tutorial=cloud-run-ai-challenge present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✅ Passed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💬 Intelligent Reflection Chat &amp; Conversational Auditing</a:t>
            </a:r>
          </a:p>
        </p:txBody>
      </p:sp>
      <p:pic>
        <p:nvPicPr>
          <p:cNvPr id="3" name="Picture 2" descr="Screenshot 2026-08-30 1554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858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🤖 Multi-Turn Gemini Engine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Continuous, contextual chat sessions supporting deep reflection, journaling, and goal auditing.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🛡️ AI Studio Constitution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System prompt enforces input sanitization, threat modeling, and strict user privacy bounds.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✨ Auto-Extracted Highlights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Parses daily chat turns to extract reflection logs, birthdays, and key checkable milestones.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💾 Owner Firestore Persistence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Every conversation turn is saved strictly under /users/{userId}/interactions with zero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📈 Visual Progress Analytics &amp; Mood Chart Audits</a:t>
            </a:r>
          </a:p>
        </p:txBody>
      </p:sp>
      <p:pic>
        <p:nvPicPr>
          <p:cNvPr id="3" name="Picture 2" descr="Screenshot 2026-08-30 1555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858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📊 Recharts Data Visuals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Interactive bar, line, pie, and scatter analytics rendering mood trends &amp; test score trackers.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⏱️ Time-Decayed Sentiment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Gemini calculates emotional sentiment scores S_index over decaying time horizons.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🏷️ Topic Frequency Audit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Categorizes daily thoughts into recurring focus areas (Career, Productivity, Health, Growth).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⚡ Real-Time App Data Sync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Insights are generated directly from user data logs, calendar events, and to-do items.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✅ Automated Action Items &amp; Unified Workspace Sync</a:t>
            </a:r>
          </a:p>
        </p:txBody>
      </p:sp>
      <p:pic>
        <p:nvPicPr>
          <p:cNvPr id="3" name="Picture 2" descr="Screenshot 2026-08-30 155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858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✅ Automated Task Extraction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Gemini parses chat turns to detect implicit and explicit to-dos, populating checkable lists.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📅 Calendar &amp; Event Log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Synchronizes reflection highlights and upcoming milestones with an interactive calendar view.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📚 Knowledge Workflows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Search history, compare past entries, export highlights, and copy clean summaries.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🔒 UID Scoped Persistence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Action items are persisted in Firestore under /users/{userId}/action_items.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HARMONY — PERSONAL JOURNAL AUDITING WEB APP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🚀 Cloud Run Deployment, Impact Metrics &amp; Roadmap</a:t>
            </a:r>
          </a:p>
        </p:txBody>
      </p:sp>
      <p:pic>
        <p:nvPicPr>
          <p:cNvPr id="3" name="Picture 2" descr="Screenshot 2026-08-30 155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28016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📊 Impact &amp; Scale Metrics: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</a:defRPr>
            </a:pPr>
            <a:r>
              <a:t>• ∞ Personal Memories: Structured daily reflections safely preserved.</a:t>
            </a:r>
            <a:br/>
            <a:r>
              <a:t>• 100% UID Privacy: Strict owner-bound Firestore security rules.</a:t>
            </a:r>
            <a:br/>
            <a:r>
              <a:t>• 24/7 AI Companion: Always ready to listen, audit goals, and draw charts.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🛠️ Cloud Run Deployment Command:</a:t>
            </a:r>
          </a:p>
          <a:p>
            <a:pPr>
              <a:spcAft>
                <a:spcPts val="1200"/>
              </a:spcAft>
              <a:defRPr sz="950">
                <a:solidFill>
                  <a:srgbClr val="94A3B8"/>
                </a:solidFill>
                <a:latin typeface="Courier New"/>
              </a:defRPr>
            </a:pPr>
            <a:r>
              <a:t>gcloud run deploy personal-gemini-journal \</a:t>
            </a:r>
            <a:br/>
            <a:r>
              <a:t>  --source . --region asia-south1 \</a:t>
            </a:r>
            <a:br/>
            <a:r>
              <a:t>  --service-account personal-gemini-journal-sa \</a:t>
            </a:r>
            <a:br/>
            <a:r>
              <a:t>  --set-secrets GEMINI_API_KEY=latest \</a:t>
            </a:r>
            <a:br/>
            <a:r>
              <a:t>  --update-labels dev-tutorial=cloud-run-ai-challenge</a:t>
            </a:r>
          </a:p>
          <a:p>
            <a:pPr>
              <a:spcAft>
                <a:spcPts val="200"/>
              </a:spcAft>
              <a:defRPr sz="1300" b="1">
                <a:solidFill>
                  <a:srgbClr val="06B6D4"/>
                </a:solidFill>
              </a:defRPr>
            </a:pPr>
            <a:r>
              <a:t>🔮 Future Engineering Roadmap: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Vertex AI Vector Search: Natural language semantic querying.</a:t>
            </a:r>
            <a:br/>
            <a:r>
              <a:t>• Voice Reflection Mode: Speech-to-text input.</a:t>
            </a:r>
            <a:br/>
            <a:r>
              <a:t>• Mobile PWA: Progressive Web App with offline Firestore cache 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